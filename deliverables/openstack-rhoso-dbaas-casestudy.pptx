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OpenStack RHOSO DBaaS Proof of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OpenStack RHOSO DBaaS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A CASAN-Aligned Technical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Executive Summary</a:t>
            </a:r>
          </a:p>
          <a:p>
            <a:pPr/>
            <a:r>
              <a:t>Project Context &amp; Objectives</a:t>
            </a:r>
          </a:p>
          <a:p>
            <a:pPr/>
            <a:r>
              <a:t>Methodology: GSD + OMO</a:t>
            </a:r>
          </a:p>
          <a:p>
            <a:pPr/>
            <a:r>
              <a:t>Why GSD/OMO Over GitHub Copilot</a:t>
            </a:r>
          </a:p>
          <a:p>
            <a:pPr/>
            <a:r>
              <a:t>GSD/OMO Enablers</a:t>
            </a:r>
          </a:p>
          <a:p>
            <a:pPr/>
            <a:r>
              <a:t>Technical Challenges</a:t>
            </a:r>
          </a:p>
          <a:p>
            <a:pPr/>
            <a:r>
              <a:t>AI-Augmented Repetitive Work</a:t>
            </a:r>
          </a:p>
          <a:p>
            <a:pPr/>
            <a:r>
              <a:t>GSD Execution Waves</a:t>
            </a:r>
          </a:p>
          <a:p>
            <a:pPr/>
            <a:r>
              <a:t>Infrastructure Validation Results</a:t>
            </a:r>
          </a:p>
          <a:p>
            <a:pPr/>
            <a:r>
              <a:t>DBaaS Architecture Patterns</a:t>
            </a:r>
          </a:p>
          <a:p>
            <a:pPr/>
            <a:r>
              <a:t>Verification Results (94.4%)</a:t>
            </a:r>
          </a:p>
          <a:p>
            <a:pPr/>
            <a:r>
              <a:t>CASAN Framework Mapping</a:t>
            </a:r>
          </a:p>
          <a:p>
            <a:pPr/>
            <a:r>
              <a:t>Formal Handoffs</a:t>
            </a:r>
          </a:p>
          <a:p>
            <a:pPr/>
            <a:r>
              <a:t>Lessons Learned</a:t>
            </a:r>
          </a:p>
          <a:p>
            <a:pPr/>
            <a:r>
              <a:t>Conclusion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GSD + OMO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Multi-agent orchestration platform</a:t>
            </a:r>
          </a:p>
          <a:p>
            <a:pPr/>
            <a:r>
              <a:t>Category-based routing to specialized AI models</a:t>
            </a:r>
          </a:p>
          <a:p>
            <a:pPr/>
            <a:r>
              <a:t>Context persistence via notepads and handoffs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GSD (Get Shit Done Redux)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OMO (Oh My OpenAgent)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