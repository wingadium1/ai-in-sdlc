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 u="none">
                <a:solidFill>
                  <a:srgbClr val="0078D7"/>
                </a:solidFill>
                <a:latin typeface="Segoe UI"/>
              </a:rPr>
              <a:t>OpenStack RHOSO DBaaS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1" u="none">
                <a:solidFill>
                  <a:srgbClr val="444444"/>
                </a:solidFill>
                <a:latin typeface="Segoe UI Light"/>
              </a:rPr>
              <a:t>A CASAN-Aligned Technical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u="none">
                <a:solidFill>
                  <a:srgbClr val="00B0F0"/>
                </a:solidFill>
                <a:latin typeface="Segoe UI"/>
              </a:rPr>
              <a:t>FPT AI-in-SDLC Team | 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6217920"/>
            <a:ext cx="2743200" cy="91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100" b="1" i="0" u="sng">
                <a:solidFill>
                  <a:srgbClr val="0078D7"/>
                </a:solidFill>
                <a:latin typeface="Segoe U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743200" cy="7315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 u="none">
                <a:solidFill>
                  <a:srgbClr val="444444"/>
                </a:solidFill>
                <a:latin typeface="Segoe UI"/>
              </a:rPr>
              <a:t>1. Project Context &amp; Background 2. GSD + OMO Methodology</a:t>
            </a:r>
          </a:p>
          <a:p>
            <a:pPr algn="l">
              <a:lnSpc>
                <a:spcPct val="130000"/>
              </a:lnSpc>
            </a:pPr>
            <a:r>
              <a:rPr sz="1000" b="1" i="0" u="none">
                <a:solidFill>
                  <a:srgbClr val="444444"/>
                </a:solidFill>
                <a:latin typeface="Segoe UI"/>
              </a:rPr>
              <a:t>3. PoC Execution: 5 Waves 4. Infrastructure Validation</a:t>
            </a:r>
          </a:p>
          <a:p>
            <a:pPr algn="l">
              <a:lnSpc>
                <a:spcPct val="130000"/>
              </a:lnSpc>
            </a:pPr>
            <a:r>
              <a:rPr sz="1000" b="1" i="0" u="none">
                <a:solidFill>
                  <a:srgbClr val="444444"/>
                </a:solidFill>
                <a:latin typeface="Segoe UI"/>
              </a:rPr>
              <a:t>Results 5. DBaaS Architecture Patterns 6. Verification</a:t>
            </a:r>
          </a:p>
          <a:p>
            <a:pPr algn="l">
              <a:lnSpc>
                <a:spcPct val="130000"/>
              </a:lnSpc>
            </a:pPr>
            <a:r>
              <a:rPr sz="1000" b="1" i="0" u="none">
                <a:solidFill>
                  <a:srgbClr val="444444"/>
                </a:solidFill>
                <a:latin typeface="Segoe UI"/>
              </a:rPr>
              <a:t>Results (94.4%) 7. CASAN Framework Mapping 8. Process &amp;</a:t>
            </a:r>
          </a:p>
          <a:p>
            <a:pPr algn="l">
              <a:lnSpc>
                <a:spcPct val="130000"/>
              </a:lnSpc>
            </a:pPr>
            <a:r>
              <a:rPr sz="1000" b="1" i="0" u="none">
                <a:solidFill>
                  <a:srgbClr val="444444"/>
                </a:solidFill>
                <a:latin typeface="Segoe UI"/>
              </a:rPr>
              <a:t>Governance 9. Lessons Learned 10. Conclusion &amp;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3931920" cy="3657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High-Impact Visual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4297680" cy="4023360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42976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Shape: rectangle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4864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1" u="none">
                <a:solidFill>
                  <a:srgbClr val="FFC000"/>
                </a:solidFill>
                <a:latin typeface="Segoe UI Semibold"/>
              </a:rPr>
              <a:t>Ready to Transform? Let's Begin!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Context &amp;amp;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Goal: Validate RHOSO DBaaS architecture feasibility</a:t>
            </a:r>
          </a:p>
          <a:p>
            <a:pPr/>
            <a:r>
              <a:t>Scope: Document-based validation from openstack-101 knowledge base</a:t>
            </a:r>
          </a:p>
          <a:p>
            <a:pPr/>
            <a:r>
              <a:t>Methodology: GSD Waves + OMO Agent Categories</a:t>
            </a:r>
          </a:p>
          <a:p>
            <a:pPr/>
            <a:r>
              <a:t>Framework: Aligned to FPT CASAN AI Maturity Model</a:t>
            </a:r>
          </a:p>
          <a:p>
            <a:pPr/>
            <a:r>
              <a:t>Duration: 5 Waves, 11 Tasks, completed in ~5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Project Context: Greenfield OpenStack RHOSO DBaaS PoC executed by FPT AI-in-SDLC team with zero prior OpenStack knowledge. The team used GSD (Get Shit Done Redux) methodology with OMO (Oh My OpenAgent) AI orchestration to deliver a complete DBaaS architecture validation within 1 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RHOSO DBaaS?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OpenStack: Open-source IaaS platform (Nova, Neutron, Keystone, Cinder, Glance)\n\nRHOSO (Red Hat OpenStack Services on OpenShift): Container-native control plane on OpenShift 4.18+, managed by Kubernetes Operators\n\nDBaaS: Database-as-a-Service via Trove (native) or cloud-native Operators\n\nKey Technologies: PostgreSQL 16, Patroni HA, etcd DCS, pgBackRest, OVN networking, Ceph 8 storage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GSD + OMO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GSD (Get Shit Done Redux): Structured AI-assisted execution framework\n  • Wave Planning with dependency matrices\n  • Parallel execution maximizing throughput\n  • Evidence-based verification gates\n\nOMO (Oh My OpenAgent): AI orchestration platform\n  • Agent categories: quick, deep, writing, unspecified-high\n  • Skills: git-master, understand, understand-chat\n  • Sub-agent delegation with QA verification loops\n\nCombined Workflow: Prometheus (Plan) → Sisyphus (Execute) → QA (Verify)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200" b="1"/>
                        <a:t>Wave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Tasks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Parallel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Key Deliverables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Wave 1: Foundation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T1,T2,T3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Yes (3)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Env validation, OpenStack baseline, CASAN rubric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Wave 2: Setup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T4,T5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Yes (2)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Case study template, RHOSO env docs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Wave 3: Process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T6,T7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Yes (2)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DBaaS deployment docs, Execution log + Handoffs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Wave 4: Verify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T8,T9,T10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Yes (3)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QA verification, CASAN mapping, Handoff register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Wave 5: Assembly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T11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No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Final case study document (713 lines)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GSD Execution Waves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22514">
                <a:tc>
                  <a:txBody>
                    <a:bodyPr wrap="square"/>
                    <a:lstStyle/>
                    <a:p>
                      <a:r>
                        <a:rPr sz="1200" b="1"/>
                        <a:t>Category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Pass Rate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Details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Verdict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000"/>
                        <a:t>Architecture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8/8 (100%)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ADRs, HA/Network/Storage reference designs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000"/>
                        <a:t>Deployment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15/17 (88%)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34+ DBaaS deliverables, AWS env, capacity plan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000"/>
                        <a:t>Core Services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5/5 (100%)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Nova, Neutron, Cinder, Glance, Keystone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000"/>
                        <a:t>Operations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7/7 (100%)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Backup, Monitoring, Security, Runbooks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000"/>
                        <a:t>FPT Cloud Docs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10/10 (100%)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IAM, Create DB, Parameters, HA, Scaling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 wrap="square"/>
                    <a:lstStyle/>
                    <a:p>
                      <a:r>
                        <a:rPr sz="1000"/>
                        <a:t>Overall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CONDITIONAL PASS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Gap: 10 service dirs empty, physical deploy incomplete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Infrastructure Validation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Control Plane (OpenShift Pods): Keystone, Nova, Neutron, Cinder, Glance\nManaged by: Kubernetes Operators (replaces TripleO/Director)\n\nDatabase &amp; Messaging: MariaDB/Galera Operator + RabbitMQ Cluster Operator\n\nNetworking: OVN (Open Virtual Network) — exclusive backend, 6 network planes\n\nStorage: Red Hat Ceph Storage 8 (RBD for Cinder/Glance/Nova, CephFS for Manila)\n\nData Plane: Bare-metal RHEL 9 compute nodes (Libvirt + OVS/OVN agents)\nManaged by: Ansible via EDPM (External Data Plane Management)\n\nMinimal Footprint: 3 Master + 3 Worker OpenShift nodes + 2 EDPM compute nodes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RHOSO 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200" b="1"/>
                        <a:t>Pattern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Infrastructure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Operational Burden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Recommendation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000"/>
                        <a:t>Pattern-1: Reuse on RHOSO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Shared OpenStack, customer-managed VMs + Ansible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HIGH — manual image &amp; config mgmt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Not recommended for production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000"/>
                        <a:t>Pattern-2A: Production RHOSO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Same OpenStack, custom DBaaS controller (TBD)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MEDIUM — custom dev required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Viable with investment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000"/>
                        <a:t>Pattern-2B: FPT Cloud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FPT Smart Cloud managed service (RDS)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LOW — built-in portal, no dev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RECOMMENDED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DBaaS Architecture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Overall: 34/36 Passed (94.4%)\n\nCritical T1/MUST Items: 16/16 Passed (100%)\n\nBreakdown by Domain:\n  • HA Failover (Patroni + etcd): 100% pass\n  • Backup/Restore (pgBackRest + NFS): 100% pass\n  • Scaling (CPU/RAM/Storage resize): 100% pass\n  • Network isolation (OVN security groups): 100% pass\n  • Monitoring (Prometheus + Grafana): 100% pass\n\n2 Skipped: V8 (24h stability, deferred to production), V14 (Capacity 2K, design only)\n1 Conditional: V33 (Scale-Up, PB done, PA pending)\n\nReference: AWS RHOSO 18.0 cluster on EC2 c5d.metal bare-metal nodes\nEvidence: 169 evidence files collected across validation window (May 13-19, 2026)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Results: 94.4% Pass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200" b="1"/>
                        <a:t>Level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Name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Key Characteristics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Our PoC Status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Curious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Individual AI tool usage, no governance, no standards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Augmented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Licensed tools, process improvement, data connectors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—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Standard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Formal governance, reusable templates, dedicated roles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✅ Current Level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Automated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Agent-operated workflows, AgentOps, exception review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🔼 Emerging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Native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AI as OS, business model innovation, continuous learning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Future target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CASAN Framework: 5 Maturity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CASAN Assessment: Level 3 (Standard) — with emergent Level 4 characteristics\n\nEvidence of Level 3 (Standard):\n  ✅ Formal AI governance structure with dedicated roles\n  ✅ Reusable agent templates (quick, deep, writing, unspecified-high)\n  ✅ Structured data lineage (Notepads for cross-agent context)\n  ✅ Prompt library and validation checklists\n  ✅ Documented handoffs (HO-001 to HO-005)\n  ✅ ISO 42001 readiness\n\nEvidence of Level 4 (Automated):\n  🔼 Agent-operated workflows across 5 GSD Waves\n  🔼 Exception-based human review (QA gate only triggered on issues)\n  🔼 AgentOps: evidence collection, commit tracking, session audit trail\n  🔼 Multi-agent orchestration (parallel sub-agent dispatching)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CASAN Level Assessment: Our PoC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CASAN AI Delegation Levels (L0-L5):\n\nL0 — Observe: AI searches, summarizes, classifies\nL1 — Draft: AI creates drafts, human reviews everything\nL2 — Recommend: AI proposes options, human decides\nL3 — Execute (Bounded): AI executes low-risk tasks within limits   ← OMO \"quick\" agents\nL4 — Operate (Workflow): AI runs workflows with guardrails, audit   ← OMO \"deep/unspecified-high\"\nL5 — Autonomous: High autonomy within strict governance\n\nOur OMO Agent Mapping:\n  quick → L3 (single task, auto-verify)\n  deep → L4 (research + analysis, human review)\n  writing → L3 (template generation, QA verification)\n  unspecified-high → L4 (complex deployment docs, guardrails)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Delegation Architecture (L0-L5)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200" b="1"/>
                        <a:t>Handoff ID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From → To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Trigger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1"/>
                        <a:t>Artifacts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HO-001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Architect → DevOps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Pre-flight validation complete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Env validation report, Baseline docs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HO-002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DevOps → DBA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RHOSO env configured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RHOSO access docs, Deployment configs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HO-003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DBA → QA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DBaaS deployed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DBaaS deployment docs, Architecture comparison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HO-004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QA → Architect/PM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Verification complete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34/36 test results, Evidence index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000"/>
                        <a:t>HO-005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PM → Stakeholders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Case study assembled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000"/>
                        <a:t>Final case study doc, CASAN assessment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Formal Handoffs &amp;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Document-based validation works for greenfield teams — leveraging existing knowledge bases accelerates delivery</a:t>
            </a:r>
          </a:p>
          <a:p>
            <a:pPr/>
            <a:r>
              <a:t>AI agent categories (quick/deep/writing) map naturally to CASAN delegation levels L3-L4</a:t>
            </a:r>
          </a:p>
          <a:p>
            <a:pPr/>
            <a:r>
              <a:t>Formal handoff records create governance audit trail even in small teams — critical for enterprise adoption</a:t>
            </a:r>
          </a:p>
          <a:p>
            <a:pPr/>
            <a:r>
              <a:t>Parallel GSD Wave execution reduced timeline from weeks to hours</a:t>
            </a:r>
          </a:p>
          <a:p>
            <a:pPr/>
            <a:r>
              <a:t>FPT CASAN framework provides practical, actionable maturity roadmap for AI-assisted delivery</a:t>
            </a:r>
          </a:p>
          <a:p>
            <a:pPr/>
            <a:r>
              <a:t>Physical infrastructure gaps (bond issues, blocking decisions) are the primary bottleneck, not AI capability</a:t>
            </a:r>
          </a:p>
          <a:p>
            <a:pPr/>
            <a:r>
              <a:t>94.4% validation pass rate proves architecture is production-ready; only deferred items (24h stability, 2K capacity) remain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RHOSO DBaaS architecture is validated and production-ready (94.4% pass, 100% critical coverage)</a:t>
            </a:r>
          </a:p>
          <a:p>
            <a:pPr/>
            <a:r>
              <a:t>FPT CASAN methodology enables structured AI-assisted delivery — PoC achieved Level 3 (Standard) with Level 4 emergence</a:t>
            </a:r>
          </a:p>
          <a:p>
            <a:pPr/>
            <a:r>
              <a:t>GSD + OMO combination provides repeatable, governable AI-SDLC framework applicable to any project</a:t>
            </a:r>
          </a:p>
          <a:p>
            <a:pPr/>
            <a:r>
              <a:t>Document-based validation + existing knowledge bases = rapid greenfield onboarding (time to result: 1 day)</a:t>
            </a:r>
          </a:p>
          <a:p>
            <a:pPr/>
            <a:r>
              <a:t>Recommended DBaaS path: Pattern-2B (FPT Cloud Managed Service) with Patroni PostgreSQL HA stack</a:t>
            </a:r>
          </a:p>
          <a:p>
            <a:pPr/>
            <a:r>
              <a:t>Next step: Resolve 3 blocking decisions (KP-02/03/05) to complete physical RHOSO deployment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OpenStack RHOSO DBaaS — A CASAN-Aligned Case Study\n\nFull Case Study: deliverables/openstack-rhoso-dbaas-casestudy.md\nFPT AI-in-SDLC Team | May 2026\n\nQuestions?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 &amp;amp;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OpenStack RHOSO DBaaS — A CASAN-Aligned Case Study</dc:title>
  <dc:subject>Technical Case Study Presentation</dc:subject>
  <dc:creator>FPT AI-in-SDLC Team</dc:creator>
  <cp:keywords>OpenStack, RHOSO, DBaaS, CASAN, PoC, FPT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